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RESCUETRACK OS  |  AMIHACKS 2026  |  PROBLEM STATEMENT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SURPLUS-TO-SHELTER PRO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Perishable Food Rescue &amp; Real-Time Logistics 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urban food waste by connecting hotels, banquet feasts, and supermarkets with verified shelters within the critical 2–4 hour perishable consumption window.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43891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572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3D Digital Twin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4937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urban GIS &amp; 3D city simulation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43891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4572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Matching Engine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4937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Dist + 30% Capacity + 20% Need + 15% Urgency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63840" y="43891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4572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VRPTW Routing Solver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4937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50.3% vehicle fuel &amp; carbon abatement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RESCUETRACK OS  |  AMIHACKS 2026  |  PROBLEM STATEMENT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PERISHABILITY CRISIS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Traditional Food Donation Fails (The 2–4 Hour Clock)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3200400" cy="3474720"/>
          </a:xfrm>
          <a:prstGeom prst="roundRect">
            <a:avLst>
              <a:gd name="adj" fmla="val 428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Ticking Expiry Clock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320040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Cooked dal, rice, and gravy spoil within 2–4 hours in Indian ambient heat (&gt;32°C). Every minute of coordination delay risks microbial food poisoning.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200400" cy="3474720"/>
          </a:xfrm>
          <a:prstGeom prst="roundRect">
            <a:avLst>
              <a:gd name="adj" fmla="val 428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Supply-Demand Mismatch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320040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banquet generates 60 kg of food, but the nearest shelter only needs 15 kg. Without split-batching or dynamic re-routing, 45 kg goes straight to the dump.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1828800"/>
            <a:ext cx="3200400" cy="3474720"/>
          </a:xfrm>
          <a:prstGeom prst="roundRect">
            <a:avLst>
              <a:gd name="adj" fmla="val 428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13816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Logistics Latency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38160" y="320040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phone calls and WhatsApp groups take 45–90 minutes just to find a willing NGO van, resulting in expired food by the time a driver arrives.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RESCUETRACK OS  |  AMIHACKS 2026  |  PROBLEM STATEMENT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END-TO-END PIPELINE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Cold-Chain Food Rescue Lifecycle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2423160" cy="2926080"/>
          </a:xfrm>
          <a:prstGeom prst="roundRect">
            <a:avLst>
              <a:gd name="adj" fmla="val 4528"/>
            </a:avLst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860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Food Broadcast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9260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hold &gt;60°C verified + Gemini AI Vision estimation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20440" y="2011680"/>
            <a:ext cx="2423160" cy="2926080"/>
          </a:xfrm>
          <a:prstGeom prst="roundRect">
            <a:avLst>
              <a:gd name="adj" fmla="val 4528"/>
            </a:avLst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22860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Heuristic Matching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03320" y="29260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Multi-factor score evaluated against active shelter needs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2011680"/>
            <a:ext cx="2423160" cy="2926080"/>
          </a:xfrm>
          <a:prstGeom prst="roundRect">
            <a:avLst>
              <a:gd name="adj" fmla="val 4528"/>
            </a:avLst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2860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VRPTW Dispatch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9260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EV route assigned to driver with turn-by-turn map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32520" y="2011680"/>
            <a:ext cx="2423160" cy="2926080"/>
          </a:xfrm>
          <a:prstGeom prst="roundRect">
            <a:avLst>
              <a:gd name="adj" fmla="val 4528"/>
            </a:avLst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15400" y="22860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Safe Delivery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15400" y="29260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Anti-fraud 6-digit OTP verified + Section 80G tax certificate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5212080"/>
            <a:ext cx="1033272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3492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Zero human dispatcher bottleneck • Average transit latency reduced from 85 mins to 22 mins.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RESCUETRACK OS  |  AMIHACKS 2026  |  PROBLEM STATEMENT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MATCHING ENGINE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Multi-Factor Optimization Heuristic (Transparent Scoring)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10332720" cy="1005840"/>
          </a:xfrm>
          <a:prstGeom prst="roundRect">
            <a:avLst>
              <a:gd name="adj" fmla="val 9091"/>
            </a:avLst>
          </a:prstGeom>
          <a:solidFill>
            <a:srgbClr val="1E1B4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01168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Score = (0.35 * Distance) + (0.30 * Capacity Fit) + (0.20 * Shelter Need) + (0.15 * Urgency &amp; Dietary)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01752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154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(35%)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4747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via Haversine GPS formula. Proximity minimizes vehicle battery burn and decay risk.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301752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3154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Fit (30%)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34747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if shelter can absorb 100% of donation volume without secondary leftover spoilage.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438912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526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Shelter Need (20%)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48463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weighting for critical relief hubs (e.g. night shelters and orphanages housing vulnerable residents).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438912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526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&amp; Diet (15%)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48463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Perishability multiplier if safe time &lt; 2 hours + strict Pure Veg / Jain dietary compatibility filter.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RESCUETRACK OS  |  AMIHACKS 2026  |  PROBLEM STATEMENT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LOGISTICS OPTIMIZATION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Clarke-Wright Savings: 50.3% Fuel &amp; Carbon Reduction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28800"/>
          <a:ext cx="10332720" cy="1463040"/>
        </p:xfrm>
        <a:graphic>
          <a:graphicData uri="http://schemas.openxmlformats.org/drawingml/2006/table">
            <a:tbl>
              <a:tblPr/>
              <a:tblGrid>
                <a:gridCol w="2066544"/>
                <a:gridCol w="2066544"/>
                <a:gridCol w="2066544"/>
                <a:gridCol w="2066544"/>
                <a:gridCol w="2066544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Routing Heuristic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Total Kilometers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Transit Duration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Emissions Released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Perishability Margin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Traditional Independent Runs (3 Vans)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71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28.4 km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68 mins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7.2 kg CO2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 Risk (&gt;1.5h in transit)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Smart Consolidated Cluster (1 EV Van)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14.1 km (-50.3%)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 mins (-50.0%)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3.5 kg CO2 (-51.4%)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100% Safe (Arrives 2.2h before decay)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14400" y="3657600"/>
            <a:ext cx="10332720" cy="2011680"/>
          </a:xfrm>
          <a:prstGeom prst="roundRect">
            <a:avLst>
              <a:gd name="adj" fmla="val 4545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88720" y="384048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Multi-Stop Vehicle Routing Problem with Time Windows (VRPTW):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88720" y="420624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dispatching multiple individual vehicles, the algorithm clusters nearby donors (Spice Courtyard + Rajputana Hall) into a unified pickup sequence before routing directly to target distribution centers. Active cabin chilling (3.8°C) prevents temperature spikes during transit.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RESCUETRACK OS  |  AMIHACKS 2026  |  PROBLEM STATEMENT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 &amp; COMPLIANCE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HACCP Temperature Checks &amp; Anti-Diversion Handover PINs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3200400" cy="3840480"/>
          </a:xfrm>
          <a:prstGeom prst="roundRect">
            <a:avLst>
              <a:gd name="adj" fmla="val 3429"/>
            </a:avLst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HACCP Temperature Audit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651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Mandatory temperature check prior to packaging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33375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Hot cooked food must hold &gt;60°C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40233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Cold perishables must remain &lt;5°C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47091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Eliminates bacterial danger zone (5°C - 60°C)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200400" cy="3840480"/>
          </a:xfrm>
          <a:prstGeom prst="roundRect">
            <a:avLst>
              <a:gd name="adj" fmla="val 3429"/>
            </a:avLst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Anti-Diversion Digital PIN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651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Shelter director generates unique 6-digit OTP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33375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Volunteer must enter PIN on handover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40233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Prevents black-market diversion of luxury banquet meals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47091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timestamped ledger entry on confirmation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63840" y="1828800"/>
            <a:ext cx="3200400" cy="3840480"/>
          </a:xfrm>
          <a:prstGeom prst="roundRect">
            <a:avLst>
              <a:gd name="adj" fmla="val 3429"/>
            </a:avLst>
          </a:prstGeom>
          <a:solidFill>
            <a:srgbClr val="111827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Allergen &amp; Dietary Matrix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0" y="2651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Pure Veg and Jain dietary segregation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33375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Elderly soft-cooked meal routing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0233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allergy warnings (Dairy, Gluten, Nuts)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47091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cross-contamination protocol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RESCUETRACK OS  |  AMIHACKS 2026  |  PROBLEM STATEMENT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INCENTIVES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Hotel Participation: Section 80G CSR Tax Certificates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5943600" cy="3840480"/>
          </a:xfrm>
          <a:prstGeom prst="roundRect">
            <a:avLst>
              <a:gd name="adj" fmla="val 2381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1031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Hotels Throw Away Food (The Corporate Incentive Gap)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56032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Hotels discard surplus because donation historically carried liability and zero financial incentive. RescueTrack converts waste into audited tax deductions: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Automated Fair Market Valuation (₹280 / kg assessed value)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Instant Certificate Generation with unique Municipal Reference ID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Direct 100% Tax Exemption eligibility under Section 80G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Corporate CSR compliance fulfillment with downloadable PDF seals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0" y="182880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02061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2103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CERTIFICATE OF DONATION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0" y="2377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GOVT OF RAJASTHAN - SECTION 80G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498080" y="283464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Donor: Grand Rajputana Palace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Commodity: Royal Thali (62 kg)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Portions: 155 Balanced Meals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Valuation: ₹18,600 INR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HACCP Status: PASSED (64°C)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Verification: [DIGITALLY SIGNED]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RESCUETRACK OS  |  AMIHACKS 2026  |  PROBLEM STATEMENT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ENVIRONMENTAL IMPACT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 WARM-Grounded Carbon &amp; Methane Abatement Metrics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011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 kg CO2e / kg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4231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Landfill Emissions Avoided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via EPA WARM model for organic decomposition mitigation.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11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0.089 kg CH4 / kg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4231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Methane Gas Prevented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7889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Methane has 28x greater atmospheric global warming potential than CO2.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84048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023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 Litres / kg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4434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Water Conserved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48006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agricultural irrigation embedded in rice, vegetables, and dairy.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384048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023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 14064 Ready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4434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ESG Auditing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8006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Downloadable CSV audit ledgers with cryptographic chain-of-custody.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RESCUETRACK OS  |  AMIHACKS 2026  |  PROBLEM STATEMENT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AI: Arrhenius Spoilage Decay &amp; Urban Demand Curves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5029200" cy="3840480"/>
          </a:xfrm>
          <a:prstGeom prst="roundRect">
            <a:avLst>
              <a:gd name="adj" fmla="val 2381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Arrhenius Microbial Decay Compensation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56032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SafeTime = BaseHours / 1.8^((AmbientTemp - 25) / 10)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Ambient thermal compensation automatically adjusts consumption deadlines based on live weather data.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 summer heat (40°C), shelf life shrinks from 4.0h to 1.7h.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System automatically elevates routing priority to CRITICAL when safe margin drops under 60 minutes.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029200" cy="3840480"/>
          </a:xfrm>
          <a:prstGeom prst="roundRect">
            <a:avLst>
              <a:gd name="adj" fmla="val 2381"/>
            </a:avLst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Banquet Surplus Forecaster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Time-Series Predictive Intelligence: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Predicts the 380 kg surplus spike occurring between 23:00 PM and 00:30 AM across wedding venues.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Proactively triggers vehicle pre-staging at C-Scheme base 90 minutes in advance.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Eliminates cold-start vehicle dispatch delays completely.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RESCUETRACK OS  |  AMIHACKS 2026  |  PROBLEM STATEMENT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ROADMAP AHEAD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Hackathon Prototype to National Food Security Grid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10332720" cy="100584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(MVP Ready)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196596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Jaipur 3D Digital Twin, Heuristic Matching, GIS Corridors, Section 80G Certificates.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10332720" cy="100584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(City Rollout)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315468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Zomato/Swiggy dark-store EV fleet + municipal waste management APIs.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4206240"/>
            <a:ext cx="10332720" cy="100584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343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 (State Scale)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434340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Section 80G tax automation across 500+ hotel partners in Rajasthan.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5120640"/>
            <a:ext cx="10332720" cy="731520"/>
          </a:xfrm>
          <a:prstGeom prst="roundRect">
            <a:avLst>
              <a:gd name="adj" fmla="val 12500"/>
            </a:avLst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3492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PLATFORM AVAILABLE AT http://localhost:3000 — READY FOR JUDGE EVALUATION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Surplus-to-Shelter PRO - Real-Time Urban Food Rescue OS</dc:title>
  <dc:subject>Problem Statement 1: Real-Time Food Rescue Routing</dc:subject>
  <dc:creator>AmiHacks Hackathon Team</dc:creator>
  <cp:lastModifiedBy>AmiHacks Hackathon Team</cp:lastModifiedBy>
  <cp:revision>1</cp:revision>
  <dcterms:created xsi:type="dcterms:W3CDTF">2026-09-24T11:51:25Z</dcterms:created>
  <dcterms:modified xsi:type="dcterms:W3CDTF">2026-09-24T11:51:25Z</dcterms:modified>
</cp:coreProperties>
</file>